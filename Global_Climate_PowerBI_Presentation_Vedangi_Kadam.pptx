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Climate Change &amp; Extreme Weather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Dashboard Project</a:t>
            </a:r>
          </a:p>
          <a:p/>
          <a:p>
            <a:r>
              <a:t>Vedangi Kadam</a:t>
            </a:r>
          </a:p>
          <a:p>
            <a:r>
              <a:t>Student ID: AF05104446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Climate change is increasing global temperatures and extreme weather events.</a:t>
            </a:r>
          </a:p>
          <a:p>
            <a:pPr lvl="1"/>
            <a:r>
              <a:rPr sz="2000"/>
              <a:t>Rising CO₂ emissions contribute significantly to temperature rise.</a:t>
            </a:r>
          </a:p>
          <a:p>
            <a:pPr lvl="1"/>
            <a:r>
              <a:rPr sz="2000"/>
              <a:t>This project analyzes global climate indicators using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Identify global climate patterns and environmental risks.</a:t>
            </a:r>
          </a:p>
          <a:p>
            <a:pPr lvl="1"/>
            <a:r>
              <a:rPr sz="2000"/>
              <a:t>Analyze relationship between emissions and temperature change.</a:t>
            </a:r>
          </a:p>
          <a:p>
            <a:pPr lvl="1"/>
            <a:r>
              <a:rPr sz="2000"/>
              <a:t>Determine most vulnerable regions worldwide.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Country &amp; Region</a:t>
            </a:r>
          </a:p>
          <a:p>
            <a:pPr lvl="1"/>
            <a:r>
              <a:rPr sz="2000"/>
              <a:t>Average Temperature &amp; Temperature Change</a:t>
            </a:r>
          </a:p>
          <a:p>
            <a:pPr lvl="1"/>
            <a:r>
              <a:rPr sz="2000"/>
              <a:t>CO₂ Emissions &amp; Sea Level Rise</a:t>
            </a:r>
          </a:p>
          <a:p>
            <a:pPr lvl="1"/>
            <a:r>
              <a:rPr sz="2000"/>
              <a:t>Flood &amp; Drought Risk Levels</a:t>
            </a:r>
          </a:p>
          <a:p>
            <a:pPr lvl="1"/>
            <a:r>
              <a:rPr sz="2000"/>
              <a:t>Climate Risk Score &amp; Population Affected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Average Global Temperature</a:t>
            </a:r>
          </a:p>
          <a:p>
            <a:pPr lvl="1"/>
            <a:r>
              <a:rPr sz="2000"/>
              <a:t>Total CO₂ Emissions</a:t>
            </a:r>
          </a:p>
          <a:p>
            <a:pPr lvl="1"/>
            <a:r>
              <a:rPr sz="2000"/>
              <a:t>Average Climate Risk Score</a:t>
            </a:r>
          </a:p>
          <a:p>
            <a:pPr lvl="1"/>
            <a:r>
              <a:rPr sz="2000"/>
              <a:t>Total Population Affected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Temperature &amp; Emissions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Bar Chart: Average Temperature by Region</a:t>
            </a:r>
          </a:p>
          <a:p>
            <a:pPr lvl="1"/>
            <a:r>
              <a:rPr sz="2000"/>
              <a:t>Scatter Plot: CO₂ Emissions vs Temperature Change</a:t>
            </a:r>
          </a:p>
          <a:p>
            <a:pPr lvl="1"/>
            <a:r>
              <a:rPr sz="2000"/>
              <a:t>Positive correlation observed between emissions and warming.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Flood &amp; Drought 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Stacked Column Chart for regional comparison.</a:t>
            </a:r>
          </a:p>
          <a:p>
            <a:pPr lvl="1"/>
            <a:r>
              <a:rPr sz="2000"/>
              <a:t>Pie/Donut chart for global risk distribution.</a:t>
            </a:r>
          </a:p>
          <a:p>
            <a:pPr lvl="1"/>
            <a:r>
              <a:rPr sz="2000"/>
              <a:t>Some regions face dual high-risk exposure.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Geographical Analysis (Map Visual)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Azure Map displays geographic climate risk.</a:t>
            </a:r>
          </a:p>
          <a:p>
            <a:pPr lvl="1"/>
            <a:r>
              <a:rPr sz="2000"/>
              <a:t>Bubble size represents severity or affected population.</a:t>
            </a:r>
          </a:p>
          <a:p>
            <a:pPr lvl="1"/>
            <a:r>
              <a:rPr sz="2000"/>
              <a:t>High-risk zones identified visually.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Higher CO₂ emissions correlate with higher temperature rise.</a:t>
            </a:r>
          </a:p>
          <a:p>
            <a:pPr lvl="1"/>
            <a:r>
              <a:rPr sz="2000"/>
              <a:t>Certain regions show concentrated climate vulnerability.</a:t>
            </a:r>
          </a:p>
          <a:p>
            <a:pPr lvl="1"/>
            <a:r>
              <a:rPr sz="2000"/>
              <a:t>Large populations are exposed to elevated climate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Climate change impact varies across regions.</a:t>
            </a:r>
          </a:p>
          <a:p>
            <a:pPr lvl="1"/>
            <a:r>
              <a:rPr sz="2000"/>
              <a:t>Data visualization enables better policy insights.</a:t>
            </a:r>
          </a:p>
          <a:p>
            <a:pPr lvl="1"/>
            <a:r>
              <a:rPr sz="2000"/>
              <a:t>Urgent mitigation required in high-risk areas.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